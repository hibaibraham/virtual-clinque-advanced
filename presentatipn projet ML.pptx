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4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D1438-BEF8-2A78-09F2-622426001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04CAFF-5060-DEC2-B846-B35E26E4C9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E7C65-D3C9-4AEA-CCCC-9DBDE9DC4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8B1A7-B1A1-8F2F-1D89-166D72795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95427-31FC-3C0E-0B9C-B1963DE5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88E77-4D23-21D3-F115-CAE929148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76C63-96DB-4179-26B9-6579A3534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391C8-1A12-0C83-382F-0600D009D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DDA9A-9800-3E47-E66F-E5745814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F9B5E-0E95-C7C5-AF9B-E5A8E7792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35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B7340-11E1-DA86-7AE6-E56BFB906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FA6D3-7319-57CE-5BBC-29A74D2DB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46AE5C-D649-1966-5310-A9F86B275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B55AE-E8B7-268A-E533-2C256622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619DA-8ED5-4E67-77B4-D253D2DBA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54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1BE1-95AF-9817-C08E-3069D2494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FF9F8-D0E5-3016-EE19-368D574E5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34870-04C0-9228-58ED-7AB83DB1B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2B533-59D8-6765-E620-BFCF094AC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2687B4-9BF2-576B-F011-A9E7D486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86D3FF-9FD6-E9DC-7E44-D6A1A710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59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9CF2-E16A-A8FC-3D0F-DBEF0493D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08C8A-BF9C-243C-43FD-785BC3A4F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0CAFB-44DC-D933-E38B-B240E3C03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F1459-4631-EA02-509F-186141DFF9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7CF57C-4689-B6D3-57DD-2D884BB50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D9E7C4-77C0-1567-364E-08399C416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FBB95-FE24-A7EC-4770-CD26339E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39AAD5-FD1F-A2CD-CB8A-EA3C2CDD8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19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9E0CE-E4ED-6064-8480-B17191F93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144DEB-3DAB-826C-B7FA-536FFFE0A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553095-CE44-6209-955B-655CC3954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D24F30-C019-D41C-BB62-49E98E64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29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27FA43-9996-DB2A-0504-07245C0E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822FD3-DE40-23EC-F917-1DCBF13FD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CCF6C-20C2-F17E-3523-07283C35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09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B496D-42E8-067F-8685-AF8CC959B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A5A2C-21FC-2675-856C-D60899C5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BA025C-009E-2039-941E-2E4083E5D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409323-B6AA-B1F5-531B-123B99A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EB4A7-9501-7520-78B0-28F97534E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C3DB4-5226-C3B5-0641-FBF041E6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740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0C43B-F676-C618-CD4B-4F9B540FF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09C42E-F48F-7C9E-7966-7A406A9630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314FA-4E1A-01BE-A0EE-9986E32B0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AB950-68EB-9A99-4DF0-6AE5BD82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52EAD3-D0D1-F8F3-5B62-6FCEC526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E9D20D-ECD8-5203-5C15-29208CF57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049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C9FA6-E31C-C7D0-1BBF-4DC069189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5FBFB-07AA-7B4C-6F46-1267FC2FFC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F34CB-1788-15BA-1F00-6A63C1235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708F4-C065-DDC0-6586-263A09F3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8493A-BDBB-7C53-2F47-43EF47EDC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895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DD67E3-5347-C6CA-D376-E0DD1964F4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2D9B0C-5454-BFB6-C1CB-6C81BBBED9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7530A3-07C3-FD19-6F37-4DFBEED16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5163B-8EA3-6931-07B2-F37F784F3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E41B9-B996-01E8-76A6-B9A99794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544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711B48-69B2-F103-63F6-5A6CE4F7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B165F-3874-DD2B-91D6-10D2B4C3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95DDB-3191-DB74-129D-D058A6C16F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C15C2B-DC6D-42E9-BB95-AD71205793C6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B974-F833-ED9B-2CD0-749DB5B89A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5036-2E6C-5198-8003-74951C93E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38FE-AB63-4C8F-8C69-3E058253AA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83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71BF-E6B2-C8B7-A152-B84F9CA0E1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BF5FD-4997-B9B0-CE01-025C2DBF0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C8C41-352B-5717-F8D2-0F5B532D8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16"/>
            <a:ext cx="12191999" cy="6858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424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2FDAD-C716-A98E-ED11-5F32BCD89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115A37A-AD3B-50D0-78D7-72DC2D7659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482"/>
            <a:ext cx="12192000" cy="687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78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FD871-BF72-A695-5243-FCE20B8CF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BA8E27-FFFF-F361-1CAA-28875AF83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936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58950-5EAE-AE6F-BDA8-DBE636480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2D2E16-8E03-1BE2-B1B5-941B95250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922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3C56F-65A3-4DDC-6BCB-AD006A35F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90CD742-A299-1962-0D92-BCBEC56770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9" y="6114"/>
            <a:ext cx="12180762" cy="685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627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30C53-046E-1855-8818-74D5C5301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F8362A-7D72-8E04-5B3A-25BD6C522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8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DD66-67B4-7A82-571A-3F9135CB6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FBEEE3-61FD-418F-28C8-47D64B47C2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816"/>
            <a:ext cx="12192000" cy="686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710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85487-5CD6-8D59-413E-E17B2CD82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6683F6-49B2-4F8D-A8D4-95EC9AED4C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8058"/>
            <a:ext cx="12351621" cy="6906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01E10-2996-68C5-6D75-373A85F1C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CAC858-561D-A5C6-0EE6-7300B9CF4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78"/>
            <a:ext cx="12192000" cy="684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343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Rihem BEN TEKAYA</dc:creator>
  <cp:lastModifiedBy>Rihem BEN TEKAYA</cp:lastModifiedBy>
  <cp:revision>2</cp:revision>
  <dcterms:created xsi:type="dcterms:W3CDTF">2026-04-09T20:26:19Z</dcterms:created>
  <dcterms:modified xsi:type="dcterms:W3CDTF">2026-04-09T20:33:39Z</dcterms:modified>
</cp:coreProperties>
</file>